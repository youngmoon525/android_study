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handoutMasterIdLst>
    <p:handoutMasterId r:id="rId19"/>
  </p:handoutMasterIdLst>
  <p:sldIdLst>
    <p:sldId id="256" r:id="rId2"/>
    <p:sldId id="360" r:id="rId3"/>
    <p:sldId id="361" r:id="rId4"/>
    <p:sldId id="362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71" r:id="rId14"/>
    <p:sldId id="372" r:id="rId15"/>
    <p:sldId id="374" r:id="rId16"/>
    <p:sldId id="375" r:id="rId17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ungmoon525 Kim" initials="yK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B3041"/>
    <a:srgbClr val="DCE6F0"/>
    <a:srgbClr val="FDFDA9"/>
    <a:srgbClr val="AD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969" autoAdjust="0"/>
    <p:restoredTop sz="93052" autoAdjust="0"/>
  </p:normalViewPr>
  <p:slideViewPr>
    <p:cSldViewPr>
      <p:cViewPr>
        <p:scale>
          <a:sx n="66" d="100"/>
          <a:sy n="66" d="100"/>
        </p:scale>
        <p:origin x="-1974" y="-6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22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D53C5-3C3C-43B4-AFAC-C35FD686CA77}" type="datetimeFigureOut">
              <a:rPr lang="ko-KR" altLang="en-US" smtClean="0"/>
              <a:pPr/>
              <a:t>2022-02-03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418D0-BB20-47FB-96AE-FF254696C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14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E446F-B1BB-4F1B-9106-CF51FACD1E39}" type="datetimeFigureOut">
              <a:rPr lang="ko-KR" altLang="en-US" smtClean="0"/>
              <a:pPr/>
              <a:t>2022-02-03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CA48A-C2EC-40C8-B749-566CD4BBC8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992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/>
          </p:cNvSpPr>
          <p:nvPr userDrawn="1"/>
        </p:nvSpPr>
        <p:spPr bwMode="auto">
          <a:xfrm>
            <a:off x="-15246" y="5023261"/>
            <a:ext cx="9159246" cy="183473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rgbClr val="00206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7"/>
          <p:cNvSpPr>
            <a:spLocks/>
          </p:cNvSpPr>
          <p:nvPr userDrawn="1"/>
        </p:nvSpPr>
        <p:spPr bwMode="auto">
          <a:xfrm>
            <a:off x="-15246" y="4753844"/>
            <a:ext cx="9159246" cy="593017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rgbClr val="00206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555776" y="2492896"/>
            <a:ext cx="6477000" cy="1828800"/>
          </a:xfrm>
        </p:spPr>
        <p:txBody>
          <a:bodyPr anchor="b"/>
          <a:lstStyle>
            <a:lvl1pPr>
              <a:defRPr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chemeClr val="accent1">
                    <a:lumMod val="50000"/>
                  </a:schemeClr>
                </a:solidFill>
                <a:latin typeface="HY나무M" pitchFamily="18" charset="-127"/>
                <a:ea typeface="HY나무M" pitchFamily="18" charset="-127"/>
              </a:defRPr>
            </a:lvl1pPr>
          </a:lstStyle>
          <a:p>
            <a:r>
              <a:rPr lang="en-US" altLang="ko-KR" dirty="0"/>
              <a:t>JAVA Programming</a:t>
            </a:r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6BD2C2-3D3B-4E94-BD92-61B02C5F4DE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32008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251520" y="775166"/>
            <a:ext cx="8514528" cy="579710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5" name="任意多边形 30"/>
          <p:cNvSpPr/>
          <p:nvPr userDrawn="1">
            <p:custDataLst>
              <p:tags r:id="rId1"/>
            </p:custDataLst>
          </p:nvPr>
        </p:nvSpPr>
        <p:spPr>
          <a:xfrm>
            <a:off x="717716" y="646282"/>
            <a:ext cx="8390788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任意多边形 31"/>
          <p:cNvSpPr/>
          <p:nvPr userDrawn="1"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152" y="368471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6BD2C2-3D3B-4E94-BD92-61B02C5F4DE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>
            <a:lvl1pPr marL="320040" indent="-32004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"/>
              <a:defRPr/>
            </a:lvl1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86520"/>
            <a:ext cx="5421083" cy="326811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13" name="任意多边形 30"/>
          <p:cNvSpPr/>
          <p:nvPr userDrawn="1">
            <p:custDataLst>
              <p:tags r:id="rId1"/>
            </p:custDataLst>
          </p:nvPr>
        </p:nvSpPr>
        <p:spPr>
          <a:xfrm>
            <a:off x="717716" y="646282"/>
            <a:ext cx="8390788" cy="31282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任意多边形 31"/>
          <p:cNvSpPr/>
          <p:nvPr userDrawn="1">
            <p:custDataLst>
              <p:tags r:id="rId2"/>
            </p:custDataLst>
          </p:nvPr>
        </p:nvSpPr>
        <p:spPr>
          <a:xfrm>
            <a:off x="1" y="140732"/>
            <a:ext cx="577217" cy="53683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슬라이드 번호 개체 틀 5"/>
          <p:cNvSpPr txBox="1">
            <a:spLocks/>
          </p:cNvSpPr>
          <p:nvPr userDrawn="1"/>
        </p:nvSpPr>
        <p:spPr>
          <a:xfrm>
            <a:off x="6152" y="368471"/>
            <a:ext cx="533400" cy="244476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6BD2C2-3D3B-4E94-BD92-61B02C5F4DE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42910" y="142852"/>
            <a:ext cx="8153400" cy="70007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357298"/>
            <a:ext cx="8153400" cy="521497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954388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휴먼편지체" pitchFamily="18" charset="-127"/>
          <a:ea typeface="휴먼편지체" pitchFamily="18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?hl=ko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75320" y="3573016"/>
            <a:ext cx="7863880" cy="748680"/>
          </a:xfrm>
        </p:spPr>
        <p:txBody>
          <a:bodyPr>
            <a:normAutofit/>
          </a:bodyPr>
          <a:lstStyle/>
          <a:p>
            <a:pPr fontAlgn="base"/>
            <a:r>
              <a:rPr lang="en-US" altLang="ko-KR" b="1" cap="none" dirty="0" smtClean="0"/>
              <a:t>00.FireBase( </a:t>
            </a:r>
            <a:r>
              <a:rPr lang="en-US" altLang="ko-KR" b="1" cap="none" dirty="0" err="1" smtClean="0"/>
              <a:t>RealTimeDataBase</a:t>
            </a:r>
            <a:r>
              <a:rPr lang="ko-KR" altLang="en-US" b="1" cap="none" dirty="0" smtClean="0"/>
              <a:t>사용법</a:t>
            </a:r>
            <a:r>
              <a:rPr lang="en-US" altLang="ko-KR" b="1" cap="none" dirty="0" smtClean="0"/>
              <a:t>)</a:t>
            </a:r>
            <a:endParaRPr lang="en-US" altLang="ko-KR" cap="none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BD2C2-3D3B-4E94-BD92-61B02C5F4DEE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Android Programming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85" y="980728"/>
            <a:ext cx="8523029" cy="458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5733256"/>
            <a:ext cx="76504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FontTx/>
              <a:buChar char="•"/>
            </a:pPr>
            <a:r>
              <a:rPr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URL : </a:t>
            </a:r>
            <a:r>
              <a:rPr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  <a:hlinkClick r:id="rId3"/>
              </a:rPr>
              <a:t>https://firebase.google.com/?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  <a:hlinkClick r:id="rId3"/>
              </a:rPr>
              <a:t>hl=ko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접속 시작하기 클릭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553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95" y="980728"/>
            <a:ext cx="8558819" cy="458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5733256"/>
            <a:ext cx="7650432" cy="3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FontTx/>
              <a:buChar char="•"/>
            </a:pP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프로젝트 추가 클릭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7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94" y="980728"/>
            <a:ext cx="8558819" cy="458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5733256"/>
            <a:ext cx="76504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FontTx/>
              <a:buChar char="•"/>
            </a:pP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프로젝트 이름 작성 후 계속 클릭</a:t>
            </a:r>
            <a:endParaRPr lang="en-US" altLang="ko-KR" sz="1400" b="1" dirty="0" smtClean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026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5733256"/>
            <a:ext cx="7650432" cy="3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계속 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계속 클릭 후 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구글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계정 선택 후 프로젝트 만들기 클릭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08720"/>
            <a:ext cx="8424936" cy="4528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689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5733256"/>
            <a:ext cx="7650432" cy="649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프로젝트 만들면 초기 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화면 </a:t>
            </a:r>
            <a:endParaRPr lang="en-US" altLang="ko-KR" sz="1400" b="1" dirty="0" smtClean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두번째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아이콘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Android 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클</a:t>
            </a:r>
            <a:r>
              <a:rPr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릭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08720"/>
            <a:ext cx="8568952" cy="4705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타원 1"/>
          <p:cNvSpPr/>
          <p:nvPr/>
        </p:nvSpPr>
        <p:spPr>
          <a:xfrm>
            <a:off x="2843808" y="2830917"/>
            <a:ext cx="648072" cy="6480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298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5733256"/>
            <a:ext cx="7650432" cy="649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앱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등록 화면에서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1.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패키지이름 </a:t>
            </a:r>
            <a:r>
              <a:rPr lang="en-US" altLang="ko-KR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Anroid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Manifest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보고 그대로 입력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 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오타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x)</a:t>
            </a:r>
          </a:p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나머지 그대로 두고 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앱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등록 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52" y="908720"/>
            <a:ext cx="8226496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9667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5733256"/>
            <a:ext cx="7650432" cy="3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Google-</a:t>
            </a:r>
            <a:r>
              <a:rPr lang="en-US" altLang="ko-KR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services.json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다운로드해서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Android 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에 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넣어줘야함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28" y="1020011"/>
            <a:ext cx="8707944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타원 7"/>
          <p:cNvSpPr/>
          <p:nvPr/>
        </p:nvSpPr>
        <p:spPr>
          <a:xfrm>
            <a:off x="1187624" y="2506881"/>
            <a:ext cx="1800200" cy="6480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25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92" y="845152"/>
            <a:ext cx="8866015" cy="461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5733256"/>
            <a:ext cx="7650432" cy="649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안드로이드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맨위에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View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를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Android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에서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로 변경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App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하위에 복사해서 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붙여넣기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함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방금 받은 파일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31981" y="980728"/>
            <a:ext cx="1083635" cy="6480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395536" y="2060848"/>
            <a:ext cx="1083635" cy="6480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498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733256"/>
            <a:ext cx="76504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파일 다운로드 후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Firebase SDK 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추가 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해줘야함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샘플 코드 </a:t>
            </a:r>
            <a:r>
              <a:rPr lang="en-US" altLang="ko-KR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Build.gradle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Project , Module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부분 참고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6712"/>
            <a:ext cx="8568952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6642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733256"/>
            <a:ext cx="7650432" cy="3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전부 설정 한 후에 콘솔로 이동 클릭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88" y="980728"/>
            <a:ext cx="8573976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7641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733256"/>
            <a:ext cx="765043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콘솔에서 </a:t>
            </a:r>
            <a:r>
              <a:rPr lang="en-US" altLang="ko-KR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Realtime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Database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클릭 후 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데이터 베이스 만들기 클릭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여기에 데이터가 </a:t>
            </a:r>
            <a:r>
              <a:rPr lang="en-US" altLang="ko-KR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json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구조로 저장 됨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6713"/>
            <a:ext cx="8712968" cy="4741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2736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733256"/>
            <a:ext cx="76504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미국 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센트럴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그대로 설정 두고 다음</a:t>
            </a:r>
            <a:endParaRPr lang="en-US" altLang="ko-KR" sz="1400" b="1" dirty="0" smtClean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현재 위치가 아니라 데이터베이스를 제공해주는 국가를 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선택하는거임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56514"/>
            <a:ext cx="8568952" cy="4876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9806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733256"/>
            <a:ext cx="7650432" cy="649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일단 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잠금모드로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시작</a:t>
            </a:r>
            <a:endParaRPr lang="en-US" altLang="ko-KR" sz="1400" b="1" dirty="0" smtClean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나중에 룰을 수정해 주면 됨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24744"/>
            <a:ext cx="8568952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545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733256"/>
            <a:ext cx="7650432" cy="649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초기 </a:t>
            </a:r>
            <a:r>
              <a:rPr lang="en-US" altLang="ko-KR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RealtimeDatabase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관리 화면</a:t>
            </a:r>
            <a:endParaRPr lang="en-US" altLang="ko-KR" sz="1400" b="1" dirty="0" smtClean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(Oracle Developer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같은거라고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생각하면 됨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80728"/>
            <a:ext cx="8496944" cy="4762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6126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xmlns="" id="{17B830BE-43E0-47C8-BCAA-3FE7D1B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1.FireBase</a:t>
            </a:r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xmlns="" id="{42E2528F-873B-4BD3-A2B3-C942C7F1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733256"/>
            <a:ext cx="7650432" cy="649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잠금모드로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설정 해놨으면 </a:t>
            </a:r>
            <a:r>
              <a:rPr lang="ko-KR" alt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규칙가서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규칙을 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fontAlgn="b" latinLnBrk="0">
              <a:lnSpc>
                <a:spcPts val="2400"/>
              </a:lnSpc>
              <a:spcBef>
                <a:spcPct val="0"/>
              </a:spcBef>
              <a:buNone/>
            </a:pP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Read : false , write : false =&gt; true , true</a:t>
            </a:r>
            <a:r>
              <a:rPr lang="ko-KR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로 설정해줌</a:t>
            </a:r>
            <a:r>
              <a:rPr lang="en-US" altLang="ko-K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08720"/>
            <a:ext cx="8280920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36252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9615</TotalTime>
  <Words>220</Words>
  <Application>Microsoft Office PowerPoint</Application>
  <PresentationFormat>화면 슬라이드 쇼(4:3)</PresentationFormat>
  <Paragraphs>56</Paragraphs>
  <Slides>16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가을</vt:lpstr>
      <vt:lpstr>00.FireBase( RealTimeDataBase사용법)</vt:lpstr>
      <vt:lpstr>1.FireBase가입</vt:lpstr>
      <vt:lpstr>1.FireBase가입</vt:lpstr>
      <vt:lpstr>1.FireBase가입</vt:lpstr>
      <vt:lpstr>1.FireBase가입</vt:lpstr>
      <vt:lpstr>1.FireBase가입</vt:lpstr>
      <vt:lpstr>1.FireBase가입</vt:lpstr>
      <vt:lpstr>1.FireBase가입</vt:lpstr>
      <vt:lpstr>1.FireBase가입</vt:lpstr>
      <vt:lpstr>1.FireBase가입</vt:lpstr>
      <vt:lpstr>1.FireBase가입</vt:lpstr>
      <vt:lpstr>1.FireBase가입</vt:lpstr>
      <vt:lpstr>1.FireBase가입</vt:lpstr>
      <vt:lpstr>1.FireBase가입</vt:lpstr>
      <vt:lpstr>1.FireBase가입</vt:lpstr>
      <vt:lpstr>1.FireBase가입</vt:lpstr>
    </vt:vector>
  </TitlesOfParts>
  <Company>한성대학교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황기태</dc:creator>
  <cp:lastModifiedBy>hanul</cp:lastModifiedBy>
  <cp:revision>1253</cp:revision>
  <dcterms:created xsi:type="dcterms:W3CDTF">2009-09-01T01:24:33Z</dcterms:created>
  <dcterms:modified xsi:type="dcterms:W3CDTF">2022-02-03T06:09:39Z</dcterms:modified>
</cp:coreProperties>
</file>